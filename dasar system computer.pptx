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312" r:id="rId5"/>
    <p:sldId id="322" r:id="rId6"/>
    <p:sldId id="304" r:id="rId7"/>
    <p:sldId id="307" r:id="rId8"/>
    <p:sldId id="281" r:id="rId9"/>
    <p:sldId id="297" r:id="rId1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7" d="100"/>
          <a:sy n="77" d="100"/>
        </p:scale>
        <p:origin x="96" y="13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855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 err="1"/>
              <a:t>dasar</a:t>
            </a:r>
            <a:r>
              <a:rPr lang="en-US" dirty="0"/>
              <a:t> system computer</a:t>
            </a:r>
            <a:br>
              <a:rPr lang="en-US" dirty="0"/>
            </a:b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menentukan</a:t>
            </a:r>
            <a:r>
              <a:rPr lang="en-US" dirty="0"/>
              <a:t> system status(on/of)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51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 err="1"/>
              <a:t>Proyek</a:t>
            </a:r>
            <a:r>
              <a:rPr lang="en-US" dirty="0"/>
              <a:t> </a:t>
            </a:r>
            <a:r>
              <a:rPr lang="en-US" dirty="0" err="1"/>
              <a:t>aplikasi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Tujuan </a:t>
            </a:r>
            <a:r>
              <a:rPr lang="en-US" dirty="0" err="1"/>
              <a:t>pembuatan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adalah</a:t>
            </a:r>
            <a:endParaRPr lang="en-US" dirty="0"/>
          </a:p>
          <a:p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system status</a:t>
            </a:r>
          </a:p>
          <a:p>
            <a:r>
              <a:rPr lang="en-US" dirty="0" err="1"/>
              <a:t>Menentukan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status </a:t>
            </a:r>
            <a:r>
              <a:rPr lang="en-US" dirty="0" err="1"/>
              <a:t>itu</a:t>
            </a:r>
            <a:r>
              <a:rPr lang="en-US" dirty="0"/>
              <a:t> (ON/of)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8245" y="-894735"/>
            <a:ext cx="6047782" cy="6359525"/>
          </a:xfrm>
        </p:spPr>
        <p:txBody>
          <a:bodyPr/>
          <a:lstStyle/>
          <a:p>
            <a:r>
              <a:rPr lang="en-US" sz="1200" dirty="0"/>
              <a:t>Program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adalah</a:t>
            </a:r>
            <a:r>
              <a:rPr lang="en-US" sz="1200" dirty="0"/>
              <a:t> program Assembly 8086 </a:t>
            </a:r>
            <a:r>
              <a:rPr lang="en-US" sz="1200" dirty="0" err="1"/>
              <a:t>berbasis</a:t>
            </a:r>
            <a:r>
              <a:rPr lang="en-US" sz="1200" dirty="0"/>
              <a:t> DOS interrupt (INT 21h) yang </a:t>
            </a:r>
            <a:r>
              <a:rPr lang="en-US" sz="1200" dirty="0" err="1"/>
              <a:t>berfungsi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:</a:t>
            </a:r>
            <a:br>
              <a:rPr lang="en-US" sz="1200" dirty="0"/>
            </a:br>
            <a:r>
              <a:rPr lang="en-US" sz="1200" dirty="0" err="1"/>
              <a:t>Menampilkan</a:t>
            </a:r>
            <a:r>
              <a:rPr lang="en-US" sz="1200" dirty="0"/>
              <a:t> menu </a:t>
            </a:r>
            <a:r>
              <a:rPr lang="en-US" sz="1200" dirty="0" err="1"/>
              <a:t>kontrol</a:t>
            </a:r>
            <a:r>
              <a:rPr lang="en-US" sz="1200" dirty="0"/>
              <a:t> </a:t>
            </a:r>
            <a:r>
              <a:rPr lang="en-US" sz="1200" dirty="0" err="1"/>
              <a:t>sistem</a:t>
            </a:r>
            <a:br>
              <a:rPr lang="en-US" sz="1200" dirty="0"/>
            </a:br>
            <a:r>
              <a:rPr lang="en-US" sz="1200" dirty="0" err="1"/>
              <a:t>Menerima</a:t>
            </a:r>
            <a:r>
              <a:rPr lang="en-US" sz="1200" dirty="0"/>
              <a:t> input </a:t>
            </a:r>
            <a:r>
              <a:rPr lang="en-US" sz="1200" dirty="0" err="1"/>
              <a:t>pilihan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keyboard</a:t>
            </a:r>
            <a:br>
              <a:rPr lang="en-US" sz="1200" dirty="0"/>
            </a:br>
            <a:r>
              <a:rPr lang="en-US" sz="1200" dirty="0" err="1"/>
              <a:t>Menampilkan</a:t>
            </a:r>
            <a:r>
              <a:rPr lang="en-US" sz="1200" dirty="0"/>
              <a:t> status SYSTEM ACTIVE (ON) </a:t>
            </a:r>
            <a:r>
              <a:rPr lang="en-US" sz="1200" dirty="0" err="1"/>
              <a:t>atau</a:t>
            </a:r>
            <a:r>
              <a:rPr lang="en-US" sz="1200" dirty="0"/>
              <a:t> SYSTEM SHUTDOWN (OFF)</a:t>
            </a:r>
            <a:br>
              <a:rPr lang="en-US" sz="1200" dirty="0"/>
            </a:br>
            <a:r>
              <a:rPr lang="en-US" sz="1200" dirty="0" err="1"/>
              <a:t>Keluar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program</a:t>
            </a:r>
            <a:br>
              <a:rPr lang="en-US" sz="1200" dirty="0"/>
            </a:br>
            <a:r>
              <a:rPr lang="en-US" sz="1200" dirty="0" err="1"/>
              <a:t>Program</a:t>
            </a:r>
            <a:r>
              <a:rPr lang="en-US" sz="1200" dirty="0"/>
              <a:t> </a:t>
            </a:r>
            <a:r>
              <a:rPr lang="en-US" sz="1200" dirty="0" err="1"/>
              <a:t>ini</a:t>
            </a:r>
            <a:r>
              <a:rPr lang="en-US" sz="1200" dirty="0"/>
              <a:t> </a:t>
            </a:r>
            <a:r>
              <a:rPr lang="en-US" sz="1200" dirty="0" err="1"/>
              <a:t>cocok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simulasi</a:t>
            </a:r>
            <a:r>
              <a:rPr lang="en-US" sz="1200" dirty="0"/>
              <a:t> </a:t>
            </a:r>
            <a:r>
              <a:rPr lang="en-US" sz="1200" dirty="0" err="1"/>
              <a:t>kontrol</a:t>
            </a:r>
            <a:r>
              <a:rPr lang="en-US" sz="1200" dirty="0"/>
              <a:t> </a:t>
            </a:r>
            <a:r>
              <a:rPr lang="en-US" sz="1200" dirty="0" err="1"/>
              <a:t>sistem</a:t>
            </a:r>
            <a:r>
              <a:rPr lang="en-US" sz="1200" dirty="0"/>
              <a:t> </a:t>
            </a:r>
            <a:r>
              <a:rPr lang="en-US" sz="1200" dirty="0" err="1"/>
              <a:t>sederhana</a:t>
            </a:r>
            <a:r>
              <a:rPr lang="en-US" sz="1200" dirty="0"/>
              <a:t>.</a:t>
            </a:r>
            <a:br>
              <a:rPr lang="en-US" sz="1200" dirty="0"/>
            </a:br>
            <a:endParaRPr lang="en-US" sz="12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38C1F3C-2967-53ED-2D34-A5CEE05932E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1056" r="1105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4C52CA2B-D753-C4D2-8BC9-4A7EB2279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5359" y="3808413"/>
            <a:ext cx="4837470" cy="2233612"/>
          </a:xfr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AACDF40-73C1-022D-BBB1-CEA6CD622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261602"/>
            <a:ext cx="4970389" cy="229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230e9df3-be65-4c73-a93b-d1236ebd677e"/>
    <ds:schemaRef ds:uri="http://schemas.microsoft.com/office/2006/metadata/properties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16c05727-aa75-4e4a-9b5f-8a80a1165891"/>
    <ds:schemaRef ds:uri="71af3243-3dd4-4a8d-8c0d-dd76da1f02a5"/>
    <ds:schemaRef ds:uri="http://schemas.microsoft.com/sharepoint/v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{AC85CCE4-CDB7-4573-A51D-FC4ADCD93BDE}TF8a9b5915-b8c7-461e-8cdd-693d48b5e32371f7b7e2_win32-4bf0b9a2ea37</Template>
  <TotalTime>39</TotalTime>
  <Words>135</Words>
  <Application>Microsoft Office PowerPoint</Application>
  <PresentationFormat>Widescreen</PresentationFormat>
  <Paragraphs>34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Sabon Next LT</vt:lpstr>
      <vt:lpstr>Custom</vt:lpstr>
      <vt:lpstr>dasar system computer aplikasi menentukan system status(on/of)</vt:lpstr>
      <vt:lpstr>Speaking engagement metrics</vt:lpstr>
      <vt:lpstr>Proyek aplikasi</vt:lpstr>
      <vt:lpstr>Program ini adalah program Assembly 8086 berbasis DOS interrupt (INT 21h) yang berfungsi untuk: Menampilkan menu kontrol sistem Menerima input pilihan dari keyboard Menampilkan status SYSTEM ACTIVE (ON) atau SYSTEM SHUTDOWN (OFF) Keluar dari program Program ini cocok untuk simulasi kontrol sistem sederhana. </vt:lpstr>
      <vt:lpstr>PowerPoint Presentation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daffa khansa</dc:creator>
  <cp:lastModifiedBy>daffa khansa</cp:lastModifiedBy>
  <cp:revision>1</cp:revision>
  <dcterms:created xsi:type="dcterms:W3CDTF">2026-01-18T14:47:36Z</dcterms:created>
  <dcterms:modified xsi:type="dcterms:W3CDTF">2026-01-18T15:27:14Z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